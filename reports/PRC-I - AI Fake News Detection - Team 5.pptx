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9" r:id="rId9"/>
    <p:sldId id="353" r:id="rId10"/>
    <p:sldId id="354" r:id="rId11"/>
    <p:sldId id="358" r:id="rId12"/>
    <p:sldId id="355" r:id="rId13"/>
    <p:sldId id="356" r:id="rId14"/>
    <p:sldId id="332" r:id="rId15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 varScale="1">
        <p:scale>
          <a:sx n="78" d="100"/>
          <a:sy n="78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thi V" userId="64e6e7267afaf49f" providerId="LiveId" clId="{BE6A63EE-A706-4515-9F2B-C0932533D30C}"/>
    <pc:docChg chg="modSld">
      <pc:chgData name="Sahithi V" userId="64e6e7267afaf49f" providerId="LiveId" clId="{BE6A63EE-A706-4515-9F2B-C0932533D30C}" dt="2026-08-22T04:29:14.483" v="6" actId="1076"/>
      <pc:docMkLst>
        <pc:docMk/>
      </pc:docMkLst>
      <pc:sldChg chg="modSp mod">
        <pc:chgData name="Sahithi V" userId="64e6e7267afaf49f" providerId="LiveId" clId="{BE6A63EE-A706-4515-9F2B-C0932533D30C}" dt="2026-08-22T04:29:14.483" v="6" actId="1076"/>
        <pc:sldMkLst>
          <pc:docMk/>
          <pc:sldMk cId="0" sldId="338"/>
        </pc:sldMkLst>
        <pc:spChg chg="mod">
          <ac:chgData name="Sahithi V" userId="64e6e7267afaf49f" providerId="LiveId" clId="{BE6A63EE-A706-4515-9F2B-C0932533D30C}" dt="2026-08-22T04:28:48.570" v="2" actId="1076"/>
          <ac:spMkLst>
            <pc:docMk/>
            <pc:sldMk cId="0" sldId="338"/>
            <ac:spMk id="2" creationId="{00000000-0000-0000-0000-000000000000}"/>
          </ac:spMkLst>
        </pc:spChg>
        <pc:spChg chg="mod">
          <ac:chgData name="Sahithi V" userId="64e6e7267afaf49f" providerId="LiveId" clId="{BE6A63EE-A706-4515-9F2B-C0932533D30C}" dt="2026-08-22T04:28:43.136" v="1" actId="1076"/>
          <ac:spMkLst>
            <pc:docMk/>
            <pc:sldMk cId="0" sldId="338"/>
            <ac:spMk id="3" creationId="{00000000-0000-0000-0000-000000000000}"/>
          </ac:spMkLst>
        </pc:spChg>
        <pc:spChg chg="mod">
          <ac:chgData name="Sahithi V" userId="64e6e7267afaf49f" providerId="LiveId" clId="{BE6A63EE-A706-4515-9F2B-C0932533D30C}" dt="2026-08-22T04:29:11.150" v="5" actId="1076"/>
          <ac:spMkLst>
            <pc:docMk/>
            <pc:sldMk cId="0" sldId="338"/>
            <ac:spMk id="9" creationId="{00000000-0000-0000-0000-000000000000}"/>
          </ac:spMkLst>
        </pc:spChg>
        <pc:spChg chg="mod">
          <ac:chgData name="Sahithi V" userId="64e6e7267afaf49f" providerId="LiveId" clId="{BE6A63EE-A706-4515-9F2B-C0932533D30C}" dt="2026-08-22T04:28:35.103" v="0" actId="1076"/>
          <ac:spMkLst>
            <pc:docMk/>
            <pc:sldMk cId="0" sldId="338"/>
            <ac:spMk id="10" creationId="{00000000-0000-0000-0000-000000000000}"/>
          </ac:spMkLst>
        </pc:spChg>
        <pc:picChg chg="mod">
          <ac:chgData name="Sahithi V" userId="64e6e7267afaf49f" providerId="LiveId" clId="{BE6A63EE-A706-4515-9F2B-C0932533D30C}" dt="2026-08-22T04:29:14.483" v="6" actId="1076"/>
          <ac:picMkLst>
            <pc:docMk/>
            <pc:sldMk cId="0" sldId="338"/>
            <ac:picMk id="7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22-08-2026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22-08-2026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22-08-2026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– 1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56335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CAPSTONE PROJECT – 1/INDUSTRIAL INTERNSHIP/ INDUSTRIAL INTERNSHIP PHASE-I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Fake News Detection and Credibility Analysis System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085263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No- 5</a:t>
            </a:r>
          </a:p>
          <a:p>
            <a:pPr marL="0" indent="0" algn="ctr">
              <a:buNone/>
            </a:pPr>
            <a:r>
              <a:rPr lang="en-IN" sz="2000" b="1" dirty="0"/>
              <a:t>Roll No		Name</a:t>
            </a:r>
            <a:endParaRPr lang="en-US" sz="2000" b="1" dirty="0"/>
          </a:p>
          <a:p>
            <a:pPr marL="0" indent="0" algn="ctr">
              <a:buNone/>
            </a:pPr>
            <a:r>
              <a:rPr lang="en-IN" sz="1600" dirty="0"/>
              <a:t>2320030101		V. Sahithi</a:t>
            </a:r>
          </a:p>
          <a:p>
            <a:pPr marL="0" indent="0" algn="ctr">
              <a:buNone/>
            </a:pPr>
            <a:r>
              <a:rPr lang="en-IN" sz="1600" dirty="0"/>
              <a:t>2320030133		M. Alekhya</a:t>
            </a:r>
          </a:p>
          <a:p>
            <a:pPr marL="0" indent="0" algn="ctr">
              <a:buNone/>
            </a:pPr>
            <a:r>
              <a:rPr lang="en-IN" sz="1600" dirty="0"/>
              <a:t>2320030327		A. Alekhya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22-08-2026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70334" y="5158159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571543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Under the Guidance of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Archana Kalidindi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Associate Professor, Dept. of CSE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28328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158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rapidly across social media and online platforms, making it hard for users to tell authentic information from misleading or fabricated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fact-checking cannot scale to the volume of news and posts shared online every day.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Natural Language Processing (NLP) and Machine Learning to automatically classify news articles as Real or Fake.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move beyond simple binary classification toward a more informative, evidence-aware credibility assessment.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social media platforms, browser extensions, WhatsApp/forwarded-message verification, and journalism fact-checking tools.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C34A4E9-B1D7-4F59-982A-7518E005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fake news detection systems rely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binary classification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(Real/Fake) using text-based features and classical Machine Learning models. While effective as a baseline, these systems do not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claims against external evidence or explain their predictions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user, and their performance often does not generalize well across different time periods or news sources.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this gap by building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generalizability-aware, evidence-grounded fake news detection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starting with a robust TF-IDF + Logistic Regression baseline and extending toward transformer-based and evidence-retrieval methods.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777"/>
            <a:ext cx="2743200" cy="365125"/>
          </a:xfrm>
        </p:spPr>
        <p:txBody>
          <a:bodyPr/>
          <a:lstStyle/>
          <a:p>
            <a:fld id="{C7A4DE8B-8D6B-8C46-B882-6A2CD2BC96F0}" type="datetime1">
              <a:rPr lang="en-IN" smtClean="0"/>
              <a:t>22-08-2026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CC9555-106F-46B4-BA3D-25EA6B87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that classifies news articles as Real or Fake using NLP-based text features (TF-IDF).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generalizability of the model across different time periods and news sources (e.g., older vs. recent, US vs. Indian news).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architecture that can be extended toward graded credibility scoring, claim extraction, and evidence retrieval.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simple, usable interface that allows a user to input a news article and receive an instant prediction.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3D0FDF3-DB89-46A2-B389-76810F8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approaches, research gaps, and why the proposed approach is needed -- based on 16 papers (2020 onwards).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Kaliyar, Goswami, Narang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FakeBERT: Fake news detection in social media with a BERT-based deep learning approach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Multimedia Tools and Applications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fake news detection accuracy using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parallel CNN blocks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Real-world fake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Achieved 98.90% accuracy, outperforming shallow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Computationally heavy; limited to English 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10.1007/s11042-020-10183-2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Park, Chai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Constructing a user-centered fake news detection model using ML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Access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Incorporate user/social features into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Classification algorithms + social capital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User-content-network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User-centered features improve detection over content-only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ignore user/social-network context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10.1109/ACCESS.2023.3294613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Joseph, Sagil, Amina, Shahana, Saritha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Int. J. of Advanced Trends in CS and Engg.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Binary classification of online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Decision Tree, Naive Bayes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Online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Decision Tree outperformed Naive Bayes on the tested 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Hand-crafted features insufficient for context-shifted fake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10.30534/ijatcse/2021/101042021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Abbad, Kumar, Samiullah, Suresh Kumar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Predominant Advent to Fake News Detection using ML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Conf. on Intelligent Technologies (CONIT)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Binary classification via neural networks + linguistic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Neural networks, NLP feature extraction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Social media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Enabled user-flagging alongside automated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Lacks real-time detection efficiency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10.1109/CONIT51480.2021.9498436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Bhuvaneshwari, Monika, Monisha, Jyoti, Girish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Int. J. of Advanced Scientific Innovation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Compare ML models for fake news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PAC, SVM, Logistic Regression, N-gram + Count Vectorizer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CSV news dataset (title/text)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Recall, F1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PAC: 92% accuracy; N-gram w/ Random Search CV: 94.2%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Doesn't address multilingual or regional news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10.5281/zenodo.10509258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Li, Wang, Li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fake news detection on social media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Int. Conf. on Big 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Enable real-time detection at scale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classification pipeline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Social media stream data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Latency,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Demonstrated feasibility of real-time detection pipelines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Trade-off between real-time speed and accuracy remains open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10.1109/BigData50022.2020.9378132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Liu, Wu,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for fake news detection: A survey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ACM Computing Surveys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deep learning approaches to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of CNN, RNN, BERT-based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Multiple benchmark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accuracy across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models outperform classical ML on large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 of explainability across deep learning approaches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10.1145/3453157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Ma, Li,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survey on fake news detection with deep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Computational Social Systems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generalization of deep learning detectors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(CNN/RNN/GNN-based)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Multiple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Cross-domain 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Identifies generalization as a key open challenge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Generalization across domains/time remains unresolved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10.1109/TCSS.2020.3027354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(contd.)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350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Continued: papers 9-16 of the literature survey.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787444"/>
              </p:ext>
            </p:extLst>
          </p:nvPr>
        </p:nvGraphicFramePr>
        <p:xfrm>
          <a:off x="496000" y="1700000"/>
          <a:ext cx="11200000" cy="4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5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9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9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 No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Murty, Kumar, Rao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Adapting to evolving fake news tactics with dynamic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Trans. on Computational Social Systems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Handle evolving fake news writing tactics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Dynamic/adaptive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Evolving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 over time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 models outperform static ones as tactics evolve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Static, one-time-trained models fail on evolving tactics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10.1109/TCSS.2020.3047405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10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Choudhary, Jha, Saxena, Singh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review of fake news detection methods using machine learning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Conf. for Emerging Technology (INCET)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Review existing ML-based detection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Review of SVM, NB, DT, ensemble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N/A (review paper)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N/A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Summarizes strengths/weaknesses of classical ML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unified benchmark for comparing ML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An exploration of ML and DL models for fake news detection in social media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Compare classical ML vs deep learning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LR, RF, SVM, Naive Bayes vs RNN, LSTM,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True/fake news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(BERT) outperformed classical ML overall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study; doesn't test evidence-based verification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9635201)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Fake BERT: Efficient Online Fake News Detection System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Real-time online fake news detection using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single-layer DCNN, multiple kernel filters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Online media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Bidirectional training improved classification over unidirectional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High computational cost for online/real-time deployment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10127560)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Enhanced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Journals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BERT-based detection performance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Enhanced/fine-tuned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text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BERT improved on baseline BERT performance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Still limited to binary output, no evidence verification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09965362)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Model for Classification of Fake News using Cloud Processing Capacity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 cloud computing to scale BERT-based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cloud processing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articles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Processing time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Cloud processing enabled scalable BERT inference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Scalability solved via infrastructure, not model efficiency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9641632)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Fake News Detection Leveraging a Hybrid BERT-BiLSTM Model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 headline-based fake news detection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BiLSTM hybrid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News headlines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F1-score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Hybrid BERT-BiLSTM improved headline-level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Limited to headline-level analysis, ignores full article body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10862089)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2023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(Study authors, IEEE)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Machine Learning Algorithm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Conference Publication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Classify hoax vs true news using XGBoost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XGBoost (Extreme Gradient Boosting)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Kaggle dataset (20,799 news records)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Accuracy, Precision, Recall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91% accuracy, 90% precision, 80% recall; deployed via Flask webapp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evidence-checking or explanation of predictions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See IEEE Xplore (doc. 10088320)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F0CD418-099C-428F-95D7-1D5909D1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65000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400" b="1" dirty="0"/>
              <a:t>Research gap identification</a:t>
            </a:r>
            <a:r>
              <a:rPr lang="en-IN" sz="1400" dirty="0"/>
              <a:t> involves </a:t>
            </a:r>
            <a:r>
              <a:rPr lang="en-IN" sz="1400" dirty="0" err="1"/>
              <a:t>analyzing</a:t>
            </a:r>
            <a:r>
              <a:rPr lang="en-IN" sz="1400" dirty="0"/>
              <a:t> existing literature to identify unresolved issues. Across the papers surveyed, most systems stop at binary Real/Fake classification without verifying claims against evidence or explaining predictions -- this is the gap our project targets.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12854"/>
              </p:ext>
            </p:extLst>
          </p:nvPr>
        </p:nvGraphicFramePr>
        <p:xfrm>
          <a:off x="496000" y="2250000"/>
          <a:ext cx="112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S.No.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 Title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 Name(s)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Methodology / Model Used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Findings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 Identified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1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FakeBERT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Kaliyar, Goswami, Narang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parallel CNN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98.90% accuracy on real-world dataset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Computationally heavy; no evidence verification or explainability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2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User-Centered Fake News Detection Model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Park, Chai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ML classification + social capital features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User/social features improve detection over content-only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ignore user and social-network context entirely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3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ML/DL Model Comparison for Social Media (2022)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LR, RF, SVM, NB vs RNN, LSTM, BERT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(BERT) outperforms classical ML overall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Comparative accuracy only; no generalization or evidence testing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4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Deep Learning for Fake News Detection: A Survey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Liu, Wu,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of CNN/RNN/BERT methods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DL models outperform classical ML on large datasets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Lack of explainability across deep learning approaches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5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 Survey on Fake News Detection with Deep Learning (2020)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Ma, Li, Zhang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Survey (CNN/RNN/GNN-based)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Identifies generalization as key open challenge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Generalization across domains/time periods remains unresolved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Adapting to Evolving Fake News Tactics (2021)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Murty, Kumar, Rao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Dynamic/adaptive ML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Dynamic models outperform static ones as tactics evolve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Most systems use static, one-time-trained models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7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Enhanced Fake News Detection using Hybrid BERT-BiLSTM (2024)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BERT + BiLSTM hybrid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Improved headline-level classification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Limited to headlines only; ignores full article body/context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8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Fake News Detection using XGBoost (2023)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IEEE study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XGBoost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91% accuracy on Kaggle dataset (20,799 records)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F0502020204030204" pitchFamily="34" charset="0"/>
                        </a:rPr>
                        <a:t>No evidence-checking or explanation of predictions provided</a:t>
                      </a:r>
                    </a:p>
                  </a:txBody>
                  <a:tcPr marL="18000" marR="18000" marT="9000" marB="9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A2691C9-D5FC-4B5D-BC2B-27DFE11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stopping at a binary Real/Fake label, the system is designed to evaluate and report on generalizability -- how well a model trained on older/fixed data performs on newer or region-specific news.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 proven TF-IDF + classical ML baseline with a clear extension path toward transformer models (BERT/RoBERTa) and retrieval-augmented evidence checking (RAG), giving the project both a working near-term deliverable and a research-aligned long-term direction.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Research Gap Addressed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(see Literature Survey) largely stops at reporting a single accuracy number for binary classification. This project explicitly tests cross-domain/cross-time generalizability and lays groundwork for explainable, evidence-grounded credibility scoring -- both flagged as open problems in recent surveys.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44AC3EB-3F86-4AA5-854B-7AEEB8EE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publicly available, labeled Kaggle Fake/Real News dataset (~44,000 articles) -- freely accessible, no cost.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pandas, scikit-learn -- all free, open-source, and already set up.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skills and timeline are sufficient to deliver a working TF-IDF + Logistic Regression baseline within the project timeframe; advanced components (BERT, RAG) are scoped as stretch goals.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(Weeks 1-2): Literature survey, data loading, cleaning and preprocessing.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(Weeks 3-4): Train and evaluate baseline model (TF-IDF + Logistic Regression); test generalizability across time/source.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(Weeks 5-6): Build a simple interface for text input and prediction; begin OCR support for image input.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(Stretch): Explore transformer-based model (BERT) and basic evidence-retrieval as a comparison to the baseline.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5505740-31D0-4B8F-B93F-9E8CA50A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is a well-studied but still evolving problem; most systems stop at binary classification without checking evidence or explaining their reasoning.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system that starts with a solid TF-IDF + Logistic Regression baseline and is designed to grow toward graded, evidence-aware credibility assessment.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 project structure set up, dataset acquired, and baseline pipeline in development.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for PRC-II: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baseline model training and evaluation, including generalizability testing.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demo the working text-input interface.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exploring transformer-based and evidence-retrieval extensions.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31941C-C503-4469-8755-454FE60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Kaliyar, R.K., Goswami, A., Narang, P. (2021). FakeBERT: Fake news detection in social media with a BERT-based deep learning approach. Multimedia Tools and Applications, 80(8), 11765-11788.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Park, M., Chai, S. (2023). Constructing a user-centered fake news detection model using classification algorithms in ML. IEEE Access, 11, 71517-71527.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Joseph, J., Sagil, P., Amina, P.M., Shahana, S., Saritha, R. (2021). Fake News Detection using Machine Learning Algorithm. IJATCSE, 10(4), 2714-2720.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Abbad, M., Kumar, G., Samiullah, M., Kumar, N.S. (2021). A Predominant Advent to Fake News Detection using ML Algorithm. IEEE CONIT.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Bhuvaneshwari, Monika, P., Monisha, P., Jyoti, M.M., Girish, L. (2023). Fake News Detection using Machine Learning. IJASI, 5(5).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Y., Wang, Y., Li, W. (2020). Real-time fake news detection on social media. IEEE International Conference on Big Data.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Y., Wu, J., Zhang, X. (2021). Deep learning for fake news detection: A survey. ACM Computing Surveys, 54(6), 1-38.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J., Li, Z., Zhang, Z. (2020). A survey on fake news detection with deep learning. IEEE Trans. on Computational Social Systems, 7(5), 1455-1466.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Murty, R.L., Kumar, K.N.R., Rao, D.S.K. (2021). Adapting to evolving fake news tactics with dynamic ML models. IEEE Trans. on Computational Social Systems, 8(1), 155-164.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Choudhary, M., Jha, S., Saxena, D., Singh, A.K. (2021). A review of fake news detection methods using machine learning. IEEE INCET.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Kaggle. Fake and Real News Dataset (Clement Bisaillon).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22-08-2026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2D22C802-FAC0-4996-9438-F4455D72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22-08-2026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0A2BD5-B048-435C-9BAE-2FCD9270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PRC-I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2656</Words>
  <Application>Microsoft Office PowerPoint</Application>
  <PresentationFormat>Widescreen</PresentationFormat>
  <Paragraphs>392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1/INDUSTRIAL INTERNSHIP/ INDUSTRIAL INTERNSHIP PHASE-I Project Review-1  AI-Based Fake News Detection and Credibility Analysis System</vt:lpstr>
      <vt:lpstr>OUTLINE</vt:lpstr>
      <vt:lpstr>Introduction</vt:lpstr>
      <vt:lpstr>Problem Statement</vt:lpstr>
      <vt:lpstr>Objectives </vt:lpstr>
      <vt:lpstr>Literature Survey</vt:lpstr>
      <vt:lpstr>Literature Survey (contd.)</vt:lpstr>
      <vt:lpstr>Research Gap Identification</vt:lpstr>
      <vt:lpstr>Innovation, Creativity, and Novelty</vt:lpstr>
      <vt:lpstr>Feasibility and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Sahithi V</cp:lastModifiedBy>
  <cp:revision>194</cp:revision>
  <cp:lastPrinted>2025-06-24T13:51:00Z</cp:lastPrinted>
  <dcterms:created xsi:type="dcterms:W3CDTF">2022-05-20T10:20:00Z</dcterms:created>
  <dcterms:modified xsi:type="dcterms:W3CDTF">2026-08-22T04:29:14Z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